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59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-7MgHPSqXEfNClidCdM7XfnpvZW64mv6/view?usp=drive_lin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sathyaraj97/NM_BACKEND_CONTACT_MANGER_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7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Contact-Manger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465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backend web application that centralizes contact management — store, search, and categorize your professional and personal contacts in one secure place.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904167" y="5090398"/>
            <a:ext cx="102500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47875" y="5166003"/>
            <a:ext cx="7375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42523" y="5090398"/>
            <a:ext cx="121753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6232" y="5166003"/>
            <a:ext cx="9301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73404" y="5090398"/>
            <a:ext cx="65555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17112" y="5166003"/>
            <a:ext cx="36814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</a:t>
            </a:r>
            <a:endParaRPr lang="en-US" sz="14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C1AC6A5-69AB-DBB1-D362-FCE0501C8E73}"/>
              </a:ext>
            </a:extLst>
          </p:cNvPr>
          <p:cNvSpPr/>
          <p:nvPr/>
        </p:nvSpPr>
        <p:spPr>
          <a:xfrm>
            <a:off x="765810" y="5090398"/>
            <a:ext cx="102500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E662CB4-DE0F-6509-7405-34F956B67C55}"/>
              </a:ext>
            </a:extLst>
          </p:cNvPr>
          <p:cNvSpPr/>
          <p:nvPr/>
        </p:nvSpPr>
        <p:spPr>
          <a:xfrm>
            <a:off x="909518" y="5166003"/>
            <a:ext cx="7375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</a:rPr>
              <a:t>NODE.JS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252" y="690931"/>
            <a:ext cx="4162901" cy="50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Team Members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94" y="1890762"/>
            <a:ext cx="2981198" cy="298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83423" y="5122386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dirty="0">
                <a:solidFill>
                  <a:srgbClr val="454240"/>
                </a:solidFill>
                <a:latin typeface="Libre Baskerville" pitchFamily="34" charset="0"/>
              </a:rPr>
              <a:t>L. Sathyaraj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683423" y="5603338"/>
            <a:ext cx="1256586" cy="286941"/>
          </a:xfrm>
          <a:prstGeom prst="roundRect">
            <a:avLst>
              <a:gd name="adj" fmla="val 18798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87246" y="5659060"/>
            <a:ext cx="1048941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DEVELOPER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683423" y="6091110"/>
            <a:ext cx="2981198" cy="1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latin typeface="DM Sans" pitchFamily="2" charset="0"/>
              </a:rPr>
              <a:t>Full-stack expert crafting scalable, Leads end-to-end development, ensuring quality, scalability, and seamless team execution. </a:t>
            </a:r>
          </a:p>
        </p:txBody>
      </p:sp>
      <p:sp>
        <p:nvSpPr>
          <p:cNvPr id="9" name="Text 5"/>
          <p:cNvSpPr/>
          <p:nvPr/>
        </p:nvSpPr>
        <p:spPr>
          <a:xfrm>
            <a:off x="10221544" y="6116274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</a:rPr>
              <a:t>N. Manikandan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0221544" y="6494774"/>
            <a:ext cx="1049751" cy="286941"/>
          </a:xfrm>
          <a:prstGeom prst="roundRect">
            <a:avLst>
              <a:gd name="adj" fmla="val 18798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25366" y="6550495"/>
            <a:ext cx="1338977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</a:rPr>
              <a:t>API Execution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221544" y="6909468"/>
            <a:ext cx="2662714" cy="65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50" dirty="0">
                <a:latin typeface="DM Sans" pitchFamily="2" charset="0"/>
              </a:rPr>
              <a:t>Develops and manages APIs, ensuring seamless communication between systems and smooth data flow across applications.</a:t>
            </a: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79" y="1689364"/>
            <a:ext cx="1171575" cy="11715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54079" y="3002861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</a:rPr>
              <a:t>R. Madhan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5654079" y="3381361"/>
            <a:ext cx="1434108" cy="286941"/>
          </a:xfrm>
          <a:prstGeom prst="roundRect">
            <a:avLst>
              <a:gd name="adj" fmla="val 18798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757902" y="3437082"/>
            <a:ext cx="1226463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</a:rPr>
              <a:t>Packages installer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654079" y="3796055"/>
            <a:ext cx="3166536" cy="76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latin typeface="DM Sans" pitchFamily="2" charset="0"/>
              </a:rPr>
              <a:t>Manages software installations, dependencies, and environment setup to ensure smooth and error-free project execution across systems.</a:t>
            </a: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678" y="1689363"/>
            <a:ext cx="1171575" cy="11715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90678" y="3002860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</a:rPr>
              <a:t>S. Swetha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10190678" y="3381361"/>
            <a:ext cx="1442799" cy="272772"/>
          </a:xfrm>
          <a:prstGeom prst="roundRect">
            <a:avLst>
              <a:gd name="adj" fmla="val 18798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294501" y="3437081"/>
            <a:ext cx="1617821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</a:rPr>
              <a:t>Database organizer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190678" y="3796054"/>
            <a:ext cx="3291146" cy="65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50" dirty="0">
                <a:latin typeface="DM Sans" pitchFamily="2" charset="0"/>
              </a:rPr>
              <a:t>Designs, structures, and maintains databases to ensure data integrity, security, and efficient access for applications.</a:t>
            </a:r>
          </a:p>
        </p:txBody>
      </p:sp>
      <p:sp>
        <p:nvSpPr>
          <p:cNvPr id="24" name="Text 17"/>
          <p:cNvSpPr/>
          <p:nvPr/>
        </p:nvSpPr>
        <p:spPr>
          <a:xfrm>
            <a:off x="5701313" y="6197337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</a:rPr>
              <a:t>M. Mahesh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5701313" y="6575837"/>
            <a:ext cx="599126" cy="286941"/>
          </a:xfrm>
          <a:prstGeom prst="roundRect">
            <a:avLst>
              <a:gd name="adj" fmla="val 18798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805135" y="6631558"/>
            <a:ext cx="865703" cy="17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</a:rPr>
              <a:t>Tester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701313" y="6990532"/>
            <a:ext cx="2662714" cy="65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50" dirty="0">
                <a:latin typeface="DM Sans" pitchFamily="2" charset="0"/>
              </a:rPr>
              <a:t>Identifies bugs and ensures product quality by conducting thorough testing, improving reliability and user experience.</a:t>
            </a: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785AE90B-1EA6-83C7-2A45-103B04BD0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259" y="4871960"/>
            <a:ext cx="1171575" cy="1171575"/>
          </a:xfrm>
          <a:prstGeom prst="rect">
            <a:avLst/>
          </a:prstGeom>
        </p:spPr>
      </p:pic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038FD59F-33AE-CA1D-7474-417C93D55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678" y="4771911"/>
            <a:ext cx="1202441" cy="1202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44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Who It's For &amp; What It Does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92216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726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217069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Freelancers, small business owners, students, event organizers, and anyone seeking a privacy-focused contact solution.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404122"/>
            <a:ext cx="7556421" cy="3090982"/>
          </a:xfrm>
          <a:prstGeom prst="roundRect">
            <a:avLst>
              <a:gd name="adj" fmla="val 308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4624" y="46385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Objectives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5128974"/>
            <a:ext cx="7087553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authentication &amp; data isolation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CRUD contact operations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Flexible tag-based categorization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search &amp; filtering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Responsive, cross-device experience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304"/>
            <a:ext cx="8433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Setup — Step by Step</a:t>
            </a:r>
            <a:endParaRPr lang="en-US" sz="4450" dirty="0"/>
          </a:p>
        </p:txBody>
      </p:sp>
      <p:sp>
        <p:nvSpPr>
          <p:cNvPr id="12" name="Text 5"/>
          <p:cNvSpPr/>
          <p:nvPr/>
        </p:nvSpPr>
        <p:spPr>
          <a:xfrm>
            <a:off x="793790" y="6777871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setup, create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add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"module"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then run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open </a:t>
            </a:r>
            <a:r>
              <a:rPr lang="en-US" sz="17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confirm the backend is running.</a:t>
            </a:r>
            <a:endParaRPr lang="en-US" sz="17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AC56FC26-B2E5-F819-67DD-D1508118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7" y="1746051"/>
            <a:ext cx="12625030" cy="4737497"/>
          </a:xfrm>
          <a:prstGeom prst="rect">
            <a:avLst/>
          </a:prstGeom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E0D99A93-4767-67D1-4397-46FED2570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0878" y="2952777"/>
            <a:ext cx="652135" cy="652135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6440CE93-96A7-26E5-2FF2-214425163D59}"/>
              </a:ext>
            </a:extLst>
          </p:cNvPr>
          <p:cNvSpPr/>
          <p:nvPr/>
        </p:nvSpPr>
        <p:spPr>
          <a:xfrm>
            <a:off x="10689867" y="5150064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Start dev server</a:t>
            </a:r>
            <a:endParaRPr lang="en-US" sz="2300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3C9FF37A-5BCB-CAD6-7D48-63861EEDE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3452" y="2954000"/>
            <a:ext cx="652135" cy="652135"/>
          </a:xfrm>
          <a:prstGeom prst="rect">
            <a:avLst/>
          </a:prstGeom>
        </p:spPr>
      </p:pic>
      <p:sp>
        <p:nvSpPr>
          <p:cNvPr id="28" name="Text 2">
            <a:extLst>
              <a:ext uri="{FF2B5EF4-FFF2-40B4-BE49-F238E27FC236}">
                <a16:creationId xmlns:a16="http://schemas.microsoft.com/office/drawing/2014/main" id="{3AC27484-78C8-7A5D-A0AC-87EDFC843729}"/>
              </a:ext>
            </a:extLst>
          </p:cNvPr>
          <p:cNvSpPr/>
          <p:nvPr/>
        </p:nvSpPr>
        <p:spPr>
          <a:xfrm>
            <a:off x="8290010" y="5333477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Install deps</a:t>
            </a:r>
            <a:endParaRPr lang="en-US" sz="230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20D8921F-A374-631A-282B-7CD307FDD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6639" y="2954000"/>
            <a:ext cx="652135" cy="652135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7B234CE3-07B1-49B4-98DC-A308839A00DE}"/>
              </a:ext>
            </a:extLst>
          </p:cNvPr>
          <p:cNvSpPr/>
          <p:nvPr/>
        </p:nvSpPr>
        <p:spPr>
          <a:xfrm>
            <a:off x="5903196" y="5333477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npm init -y</a:t>
            </a:r>
            <a:endParaRPr lang="en-US" sz="2300" dirty="0"/>
          </a:p>
        </p:txBody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A54F321C-6BC7-86CF-5B0D-1B325CE331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9825" y="2954000"/>
            <a:ext cx="652135" cy="652135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1D1E8AFE-12C9-4D8A-2A51-117B8288446F}"/>
              </a:ext>
            </a:extLst>
          </p:cNvPr>
          <p:cNvSpPr/>
          <p:nvPr/>
        </p:nvSpPr>
        <p:spPr>
          <a:xfrm>
            <a:off x="3516382" y="5150064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Install MongoDB</a:t>
            </a:r>
            <a:endParaRPr lang="en-US" sz="2300" dirty="0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0E34C978-EE31-167C-F93A-B06B1FC99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9968" y="2954000"/>
            <a:ext cx="652135" cy="652135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70752E49-04FD-CFD4-ADAA-57E55F2DAD82}"/>
              </a:ext>
            </a:extLst>
          </p:cNvPr>
          <p:cNvSpPr/>
          <p:nvPr/>
        </p:nvSpPr>
        <p:spPr>
          <a:xfrm>
            <a:off x="1077397" y="5150064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Install Node.js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9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Prerequisites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724"/>
            <a:ext cx="34104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Software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71205"/>
            <a:ext cx="6244709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46828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runtime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46828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NoSQL database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npm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6828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 manager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46828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control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Code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146828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editor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190535" y="2538889"/>
            <a:ext cx="3739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Knowledge Requirements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90535" y="3120033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ES6+ syntax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&amp; Express.js for RESTful APIs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 &amp; Mongoose ODM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authentication &amp; bcrypt hashing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 version control workflow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32341"/>
            <a:ext cx="5721429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Architecture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9" y="2314218"/>
            <a:ext cx="8299728" cy="4632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276" y="1884640"/>
            <a:ext cx="4216956" cy="69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Three-Tier Backend Structure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9637276" y="2832854"/>
            <a:ext cx="4216956" cy="2147411"/>
          </a:xfrm>
          <a:prstGeom prst="roundRect">
            <a:avLst>
              <a:gd name="adj" fmla="val 681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6796" y="2832854"/>
            <a:ext cx="121920" cy="2147411"/>
          </a:xfrm>
          <a:prstGeom prst="roundRect">
            <a:avLst>
              <a:gd name="adj" fmla="val 77140"/>
            </a:avLst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9983033" y="3087172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83033" y="3657957"/>
            <a:ext cx="3616881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RESTful API, JWT middleware, MVC pattern, input validation &amp; error handling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637276" y="5201245"/>
            <a:ext cx="4216956" cy="2147411"/>
          </a:xfrm>
          <a:prstGeom prst="roundRect">
            <a:avLst>
              <a:gd name="adj" fmla="val 681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6796" y="5201245"/>
            <a:ext cx="121920" cy="2147411"/>
          </a:xfrm>
          <a:prstGeom prst="roundRect">
            <a:avLst>
              <a:gd name="adj" fmla="val 77140"/>
            </a:avLst>
          </a:prstGeom>
          <a:solidFill>
            <a:srgbClr val="B88E23"/>
          </a:solidFill>
          <a:ln/>
        </p:spPr>
      </p:sp>
      <p:sp>
        <p:nvSpPr>
          <p:cNvPr id="11" name="Text 8"/>
          <p:cNvSpPr/>
          <p:nvPr/>
        </p:nvSpPr>
        <p:spPr>
          <a:xfrm>
            <a:off x="9983033" y="5455563"/>
            <a:ext cx="2839998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MongoDB Database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983033" y="6026348"/>
            <a:ext cx="3616881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Document-based NoSQL storage with Mongoose ODM — two collections: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48" y="1188601"/>
            <a:ext cx="5488543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63548" y="2233613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Layers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63548" y="2689265"/>
            <a:ext cx="4285059" cy="184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Controllers: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Business logic for auth &amp; CRUD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Mongoose schemas for data structure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API endpoints with HTTP methods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Middleware: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JWT verification, error handling, validation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63548" y="4689515"/>
            <a:ext cx="251912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Collections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3548" y="5145167"/>
            <a:ext cx="4285059" cy="1785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_id, name, email, hashed password, timestamps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Contacts: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_id, userId (FK), name, email, phone, notes, tags[], timestamps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Indexes on email, userId, name, and tags for optimized search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380" y="2199084"/>
            <a:ext cx="8354854" cy="466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Schema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467" y="3327440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Users Collection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5467" y="3759398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_id, name, email, password (hashed), timestamps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5467" y="4169688"/>
            <a:ext cx="228338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Contacts Collection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45467" y="4601647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_id, userId (FK), name, email, phone, notes, tags[], timestamps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45467" y="5011936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Indexes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545467" y="5443895"/>
            <a:ext cx="607409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(unique), userId, name, tags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2302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585" y="1198007"/>
            <a:ext cx="3497580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Features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89585" y="1764625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7103" y="1912144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475" y="2027515"/>
            <a:ext cx="188833" cy="188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103" y="2418040"/>
            <a:ext cx="177915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103" y="2688312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JWT-based registration, login, and session management with bcrypt password hashing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9585" y="3102888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7103" y="3250406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475" y="3365778"/>
            <a:ext cx="188833" cy="1888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103" y="3756303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Contact CRUD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37103" y="4026575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Create, read, update, and delete contacts with full validation and error handling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9585" y="4441150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7103" y="4588669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475" y="4704040"/>
            <a:ext cx="188833" cy="1888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103" y="5094565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Tag Categorization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37103" y="5364837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 contacts with multiple tags (Work, Family, Friends) and filter by category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9585" y="5779413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7103" y="5926931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475" y="6042303"/>
            <a:ext cx="188833" cy="18883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7103" y="6432828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Search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7103" y="6703100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Debounced search across name, email, and tags with instant results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447" y="990957"/>
            <a:ext cx="5263634" cy="453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Flow &amp; Responsibilities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99" y="2130381"/>
            <a:ext cx="7950794" cy="4738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798" y="1675567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Actions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052798" y="2006202"/>
            <a:ext cx="160642" cy="361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052797" y="2237183"/>
            <a:ext cx="362613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9052798" y="2340054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52797" y="2659142"/>
            <a:ext cx="3626139" cy="37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up with name, email, and password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798" y="3050380"/>
            <a:ext cx="160642" cy="361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052797" y="3281362"/>
            <a:ext cx="362613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1" name="Text 8"/>
          <p:cNvSpPr/>
          <p:nvPr/>
        </p:nvSpPr>
        <p:spPr>
          <a:xfrm>
            <a:off x="9052798" y="3384232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797" y="3703320"/>
            <a:ext cx="3626139" cy="37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Authenticate with email and password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52798" y="4094558"/>
            <a:ext cx="160642" cy="361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052797" y="4325540"/>
            <a:ext cx="362613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798" y="4428411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52797" y="4747498"/>
            <a:ext cx="3626139" cy="37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contacts by name, email, or tags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52798" y="5138737"/>
            <a:ext cx="160642" cy="361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052797" y="5369718"/>
            <a:ext cx="362613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798" y="5472589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 Contact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52797" y="5791676"/>
            <a:ext cx="3626139" cy="37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name, email, phone, notes, and tags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52798" y="6182915"/>
            <a:ext cx="160642" cy="361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052797" y="6413896"/>
            <a:ext cx="3626139" cy="4571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3" name="Text 20"/>
          <p:cNvSpPr/>
          <p:nvPr/>
        </p:nvSpPr>
        <p:spPr>
          <a:xfrm>
            <a:off x="9052798" y="6516767"/>
            <a:ext cx="2008758" cy="45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Edit / Delete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52797" y="6835854"/>
            <a:ext cx="3626139" cy="37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or remove any existing contact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303" y="848201"/>
            <a:ext cx="6845260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Setup &amp; Execution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3" y="1851184"/>
            <a:ext cx="6601897" cy="815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019" y="2849523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Install Tools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7019" y="3277791"/>
            <a:ext cx="6194465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Node.js, MongoDB, Express, Mongoose, Cors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51184"/>
            <a:ext cx="6601897" cy="8152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8916" y="2849523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Configure Server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518916" y="3277791"/>
            <a:ext cx="6194465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</a:t>
            </a: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set up </a:t>
            </a: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configure CORS &amp; body-parser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03" y="3798689"/>
            <a:ext cx="6601897" cy="8152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7019" y="4797028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 API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17019" y="5225296"/>
            <a:ext cx="6194465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 routes, CRUD routes, Mongoose schemas &amp; models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798689"/>
            <a:ext cx="6601897" cy="8152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8916" y="4797028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Run &amp; Test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518916" y="5225296"/>
            <a:ext cx="6194465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verify PORT &amp; DB messages → test with Postman/Thunder Client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13303" y="6261735"/>
            <a:ext cx="13203793" cy="1119664"/>
          </a:xfrm>
          <a:prstGeom prst="roundRect">
            <a:avLst>
              <a:gd name="adj" fmla="val 7645"/>
            </a:avLst>
          </a:prstGeom>
          <a:solidFill>
            <a:srgbClr val="F3E4B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019" y="6558915"/>
            <a:ext cx="254675" cy="2037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5410" y="6495693"/>
            <a:ext cx="1233797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Successful startup shows </a:t>
            </a:r>
            <a:r>
              <a:rPr lang="en-US" sz="16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"Running on PORT"</a:t>
            </a: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6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"Database connected"</a:t>
            </a: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messages. Use Postman or Thunder Client to test all API endpoints.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4381"/>
            <a:ext cx="6961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API Execution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26788"/>
            <a:ext cx="4196358" cy="1367909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184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Register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67450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registration with validation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1926788"/>
            <a:ext cx="4196358" cy="1367909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2184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Login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267450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 token returned on success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1926788"/>
            <a:ext cx="4196358" cy="1367909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2184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Contact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267450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contact stored with tags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3521512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Update Contact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426922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record modified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3521512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4256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Delete Contact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74256" y="4269224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removed from DB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3521512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7427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 Contact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26922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Filtered results by name/email/tags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479137"/>
            <a:ext cx="13042702" cy="1367909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084" y="5736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Get Current User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084" y="6226850"/>
            <a:ext cx="12528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Authenticated user data returned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71021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🎬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Demo Video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 |  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💾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763</Words>
  <Application>Microsoft Office PowerPoint</Application>
  <PresentationFormat>Custom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DM Sans</vt:lpstr>
      <vt:lpstr>Consolas</vt:lpstr>
      <vt:lpstr>Arial</vt:lpstr>
      <vt:lpstr>Libre Baskerville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sathya raj</cp:lastModifiedBy>
  <cp:revision>5</cp:revision>
  <dcterms:created xsi:type="dcterms:W3CDTF">2026-04-08T16:20:06Z</dcterms:created>
  <dcterms:modified xsi:type="dcterms:W3CDTF">2026-04-08T17:29:50Z</dcterms:modified>
</cp:coreProperties>
</file>